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4" r:id="rId2"/>
    <p:sldMasterId id="2147483688" r:id="rId3"/>
    <p:sldMasterId id="2147483701" r:id="rId4"/>
    <p:sldMasterId id="2147483714" r:id="rId5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52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4" Type="http://schemas.openxmlformats.org/officeDocument/2006/relationships/slideMaster" Target="slideMasters/slideMaster4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Dark Sky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30C043A-4D04-C81D-9147-1D69B4F6F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400" y="2502000"/>
            <a:ext cx="6840000" cy="108121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  <a:ea typeface="Amadeus Neue Medium" pitchFamily="2" charset="77"/>
                <a:cs typeface="Amadeus Neue Medium" pitchFamily="2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EF41C7C-C423-3CE6-9D7E-1168C22CC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400" y="3628800"/>
            <a:ext cx="6840000" cy="826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B2691358-F3DE-D20A-6C1F-B13C3BC7C3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76" y="3136739"/>
            <a:ext cx="2110163" cy="298407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5807B-871D-2EF5-A154-085DB4DE65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6005EA73-DB59-01B5-BDBF-E3C07F24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89413" y="4501456"/>
            <a:ext cx="6840537" cy="11985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Author’s or department’s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34438-9A82-2B37-3ED9-C2BE8FA95A3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601087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Sub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C01343-C238-8A1B-FC1C-7CEE38E0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3" y="1260389"/>
            <a:ext cx="11739367" cy="5066270"/>
          </a:xfrm>
          <a:prstGeom prst="rect">
            <a:avLst/>
          </a:prstGeom>
        </p:spPr>
        <p:txBody>
          <a:bodyPr vert="horz" lIns="36000" tIns="14400" rIns="0" bIns="0" rtlCol="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3762F-A5B6-C900-22B2-8F26D36D1C3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08F706A-AE81-116F-A54D-F3D02DE3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5B832-CBB5-2F9C-08D3-C58A9FCCBBA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902499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087768"/>
            <a:ext cx="4876344" cy="54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1947970"/>
            <a:ext cx="4876344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087769"/>
            <a:ext cx="4895330" cy="5448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1947970"/>
            <a:ext cx="4895330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96648E-075E-51F2-EA56-6496A057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7000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4E7D383-8E91-6D1B-27B9-D2275041D2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76771" y="152"/>
            <a:ext cx="5215229" cy="68578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DF62A1-92D1-9544-4935-B16C75CD60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0660" y="1701461"/>
            <a:ext cx="5775067" cy="428368"/>
          </a:xfrm>
          <a:prstGeom prst="rect">
            <a:avLst/>
          </a:prstGeom>
        </p:spPr>
        <p:txBody>
          <a:bodyPr lIns="36000" tIns="144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rgbClr val="FFFFFF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8D01AA-EEEF-A96C-3F62-3538BF63E2F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30660" y="2347785"/>
            <a:ext cx="5775067" cy="4008566"/>
          </a:xfrm>
          <a:prstGeom prst="rect">
            <a:avLst/>
          </a:prstGeom>
        </p:spPr>
        <p:txBody>
          <a:bodyPr lIns="36000" tIns="144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/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14E7D0-180B-A744-3008-3EC9FA97C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C0C5B02F-5864-66FF-76E9-8A6F6847BD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3443" y="6356350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ABD7C-956F-C900-5C23-04896E2278D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16349DD-5881-1D6F-DDD4-D9646CB8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5783753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8C1BFBD-3224-0EB6-0B59-BD18DBD6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7578" y="660295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68460E1-B347-5898-C7D3-01C3DEEB6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AAE97-D211-B866-0BD1-BBC44D0BAC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347391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Highilight and Suppo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EDA6-3C13-74C0-7912-65EB5227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DC51CE9-C8E5-7BF5-B9FF-2FD56F17CE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9312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97B611C-FE1A-7435-EDF8-99F4B4AFA1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9312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83990CC-794C-FA78-25CA-01B9ED6CD8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4988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5912D8C-283E-8ED6-915A-3FF9ABA2E46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04988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F9EFFE47-24F0-F13B-9E45-63225325B8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7960" y="1284239"/>
            <a:ext cx="4760440" cy="4874545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0" indent="0" algn="l">
              <a:lnSpc>
                <a:spcPct val="90000"/>
              </a:lnSpc>
              <a:spcAft>
                <a:spcPts val="600"/>
              </a:spcAft>
              <a:buNone/>
              <a:defRPr sz="60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50718BE-7D2F-ABBD-DF80-B97B19D92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340B1E5-436C-5C39-1B21-3BAA707B0B2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ACD66AD-D7D4-C977-5F96-4C999D854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D6FD26-6680-0303-6E6E-0E820980CE46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16154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22E26B-6B8B-BCCB-9C50-6FCD170C8DC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5630DF-6101-1C53-1218-7D5F04CE4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24968-857F-1E1C-351D-4A74A09B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66DAD-1052-D3E8-34AB-991225932795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E1F4BF-D841-6223-1DB9-E7CF8615C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22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 Sky with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FAB0C4-394B-BF35-EB53-D49AFEFF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844" y="2335427"/>
            <a:ext cx="7772495" cy="19001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150CC-C7C3-9392-FD15-CD4B919212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47406C26-5883-7445-2541-47922EBB10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76" y="3136739"/>
            <a:ext cx="2110163" cy="298407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AF637-D614-3603-CA51-AD7FF5C4B413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709850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 _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39B49-8730-C6FE-F267-ECE4555C74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2769746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F9FBA-89E6-C29D-B290-0A96D2BE529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493927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841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22E0B895-A3D9-ED37-DEBD-218746B73B36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F1F5C9B4-8E42-8E14-4B3C-17C6DF71391F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82718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31"/>
          <p:cNvSpPr>
            <a:spLocks/>
          </p:cNvSpPr>
          <p:nvPr/>
        </p:nvSpPr>
        <p:spPr bwMode="auto">
          <a:xfrm>
            <a:off x="38109" y="298464"/>
            <a:ext cx="12112625" cy="6257925"/>
          </a:xfrm>
          <a:custGeom>
            <a:avLst/>
            <a:gdLst>
              <a:gd name="T0" fmla="*/ 0 w 7630"/>
              <a:gd name="T1" fmla="*/ 1263 h 3942"/>
              <a:gd name="T2" fmla="*/ 0 w 7630"/>
              <a:gd name="T3" fmla="*/ 3942 h 3942"/>
              <a:gd name="T4" fmla="*/ 7630 w 7630"/>
              <a:gd name="T5" fmla="*/ 3942 h 3942"/>
              <a:gd name="T6" fmla="*/ 7630 w 7630"/>
              <a:gd name="T7" fmla="*/ 0 h 3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30" h="3942">
                <a:moveTo>
                  <a:pt x="0" y="1263"/>
                </a:moveTo>
                <a:lnTo>
                  <a:pt x="0" y="3942"/>
                </a:lnTo>
                <a:lnTo>
                  <a:pt x="7630" y="3942"/>
                </a:lnTo>
                <a:lnTo>
                  <a:pt x="763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s-ES" sz="135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47041D-D3CB-45D5-8FC5-C3615D686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345" y="3537099"/>
            <a:ext cx="6031363" cy="195052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60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Divider</a:t>
            </a: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B06444F1-9310-409F-97B3-F6B7A13E24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134" y="2037144"/>
            <a:ext cx="1679779" cy="1309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01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84BD68-62CD-0214-0E77-81B9A8E80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3763" y="6647036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687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364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Dark Sky Vivid Sky wordm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30C043A-4D04-C81D-9147-1D69B4F6F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400" y="2502000"/>
            <a:ext cx="6840000" cy="108121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  <a:ea typeface="Amadeus Neue Medium" pitchFamily="2" charset="77"/>
                <a:cs typeface="Amadeus Neue Medium" pitchFamily="2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EF41C7C-C423-3CE6-9D7E-1168C22CC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400" y="3628800"/>
            <a:ext cx="6840000" cy="826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5807B-871D-2EF5-A154-085DB4DE65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6005EA73-DB59-01B5-BDBF-E3C07F24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89413" y="4501456"/>
            <a:ext cx="6840537" cy="11985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Author’s or department’s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34438-9A82-2B37-3ED9-C2BE8FA95A3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2620335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Subtitle and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C01343-C238-8A1B-FC1C-7CEE38E0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3" y="1260389"/>
            <a:ext cx="11739367" cy="5066270"/>
          </a:xfrm>
          <a:prstGeom prst="rect">
            <a:avLst/>
          </a:prstGeom>
        </p:spPr>
        <p:txBody>
          <a:bodyPr vert="horz" lIns="36000" tIns="14400" rIns="0" bIns="0" rtlCol="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3762F-A5B6-C900-22B2-8F26D36D1C3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08F706A-AE81-116F-A54D-F3D02DE3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5B832-CBB5-2F9C-08D3-C58A9FCCBBA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2963040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087768"/>
            <a:ext cx="4876344" cy="54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1947970"/>
            <a:ext cx="4876344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087769"/>
            <a:ext cx="4895330" cy="5448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1947970"/>
            <a:ext cx="4895330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96648E-075E-51F2-EA56-6496A057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5108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4E7D383-8E91-6D1B-27B9-D2275041D2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76771" y="152"/>
            <a:ext cx="5215229" cy="68578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DF62A1-92D1-9544-4935-B16C75CD60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0660" y="1701461"/>
            <a:ext cx="5775067" cy="428368"/>
          </a:xfrm>
          <a:prstGeom prst="rect">
            <a:avLst/>
          </a:prstGeom>
        </p:spPr>
        <p:txBody>
          <a:bodyPr lIns="36000" tIns="144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rgbClr val="FFFFFF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8D01AA-EEEF-A96C-3F62-3538BF63E2F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30660" y="2347785"/>
            <a:ext cx="5775067" cy="4008566"/>
          </a:xfrm>
          <a:prstGeom prst="rect">
            <a:avLst/>
          </a:prstGeom>
        </p:spPr>
        <p:txBody>
          <a:bodyPr lIns="36000" tIns="144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/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14E7D0-180B-A744-3008-3EC9FA97C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C0C5B02F-5864-66FF-76E9-8A6F6847BD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3443" y="6356350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ABD7C-956F-C900-5C23-04896E2278D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16349DD-5881-1D6F-DDD4-D9646CB8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5783753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8C1BFBD-3224-0EB6-0B59-BD18DBD6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7578" y="660295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68460E1-B347-5898-C7D3-01C3DEEB6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AAE97-D211-B866-0BD1-BBC44D0BAC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167154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Highilight and Suppor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EDA6-3C13-74C0-7912-65EB5227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DC51CE9-C8E5-7BF5-B9FF-2FD56F17CE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9312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97B611C-FE1A-7435-EDF8-99F4B4AFA1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9312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83990CC-794C-FA78-25CA-01B9ED6CD8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4988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5912D8C-283E-8ED6-915A-3FF9ABA2E46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04988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F9EFFE47-24F0-F13B-9E45-63225325B8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7960" y="1284239"/>
            <a:ext cx="4760440" cy="4874545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0" indent="0" algn="l">
              <a:lnSpc>
                <a:spcPct val="90000"/>
              </a:lnSpc>
              <a:spcAft>
                <a:spcPts val="600"/>
              </a:spcAft>
              <a:buNone/>
              <a:defRPr sz="60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0B1E5-436C-5C39-1B21-3BAA707B0B2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6FD26-6680-0303-6E6E-0E820980CE46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551989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22E26B-6B8B-BCCB-9C50-6FCD170C8DC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5630DF-6101-1C53-1218-7D5F04CE4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24968-857F-1E1C-351D-4A74A09B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66DAD-1052-D3E8-34AB-991225932795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E1F4BF-D841-6223-1DB9-E7CF8615C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29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 Sky with Vivid Sky wordmar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FAB0C4-394B-BF35-EB53-D49AFEFF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844" y="2335427"/>
            <a:ext cx="7772495" cy="19001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150CC-C7C3-9392-FD15-CD4B919212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AF637-D614-3603-CA51-AD7FF5C4B413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440149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 _White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39B49-8730-C6FE-F267-ECE4555C74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4120051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F9FBA-89E6-C29D-B290-0A96D2BE529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861019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133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22E0B895-A3D9-ED37-DEBD-218746B73B36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F1F5C9B4-8E42-8E14-4B3C-17C6DF71391F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557932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31"/>
          <p:cNvSpPr>
            <a:spLocks/>
          </p:cNvSpPr>
          <p:nvPr/>
        </p:nvSpPr>
        <p:spPr bwMode="auto">
          <a:xfrm>
            <a:off x="38109" y="298464"/>
            <a:ext cx="12112625" cy="6257925"/>
          </a:xfrm>
          <a:custGeom>
            <a:avLst/>
            <a:gdLst>
              <a:gd name="T0" fmla="*/ 0 w 7630"/>
              <a:gd name="T1" fmla="*/ 1263 h 3942"/>
              <a:gd name="T2" fmla="*/ 0 w 7630"/>
              <a:gd name="T3" fmla="*/ 3942 h 3942"/>
              <a:gd name="T4" fmla="*/ 7630 w 7630"/>
              <a:gd name="T5" fmla="*/ 3942 h 3942"/>
              <a:gd name="T6" fmla="*/ 7630 w 7630"/>
              <a:gd name="T7" fmla="*/ 0 h 3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30" h="3942">
                <a:moveTo>
                  <a:pt x="0" y="1263"/>
                </a:moveTo>
                <a:lnTo>
                  <a:pt x="0" y="3942"/>
                </a:lnTo>
                <a:lnTo>
                  <a:pt x="7630" y="3942"/>
                </a:lnTo>
                <a:lnTo>
                  <a:pt x="763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s-ES" sz="135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47041D-D3CB-45D5-8FC5-C3615D686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345" y="3537099"/>
            <a:ext cx="6031363" cy="195052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60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Divider</a:t>
            </a: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B06444F1-9310-409F-97B3-F6B7A13E24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134" y="2037144"/>
            <a:ext cx="1679779" cy="1309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01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84BD68-62CD-0214-0E77-81B9A8E80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3763" y="6647036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542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Dark Sky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30C043A-4D04-C81D-9147-1D69B4F6F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400" y="2502000"/>
            <a:ext cx="6840000" cy="108121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  <a:ea typeface="Amadeus Neue Medium" pitchFamily="2" charset="77"/>
                <a:cs typeface="Amadeus Neue Medium" pitchFamily="2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EF41C7C-C423-3CE6-9D7E-1168C22CC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400" y="3628800"/>
            <a:ext cx="6840000" cy="826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5807B-871D-2EF5-A154-085DB4DE65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6005EA73-DB59-01B5-BDBF-E3C07F24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89413" y="4501456"/>
            <a:ext cx="6840537" cy="11985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Author’s or department’s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34438-9A82-2B37-3ED9-C2BE8FA95A3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450077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Sub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C01343-C238-8A1B-FC1C-7CEE38E0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3" y="1260389"/>
            <a:ext cx="11739367" cy="5066270"/>
          </a:xfrm>
          <a:prstGeom prst="rect">
            <a:avLst/>
          </a:prstGeom>
        </p:spPr>
        <p:txBody>
          <a:bodyPr vert="horz" lIns="36000" tIns="14400" rIns="0" bIns="0" rtlCol="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3762F-A5B6-C900-22B2-8F26D36D1C3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08F706A-AE81-116F-A54D-F3D02DE3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5B832-CBB5-2F9C-08D3-C58A9FCCBBA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468575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087768"/>
            <a:ext cx="4876344" cy="54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1947970"/>
            <a:ext cx="4876344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087769"/>
            <a:ext cx="4895330" cy="5448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1947970"/>
            <a:ext cx="4895330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96648E-075E-51F2-EA56-6496A057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962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4E7D383-8E91-6D1B-27B9-D2275041D2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76771" y="152"/>
            <a:ext cx="5215229" cy="68578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DF62A1-92D1-9544-4935-B16C75CD60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0660" y="1701461"/>
            <a:ext cx="5775067" cy="428368"/>
          </a:xfrm>
          <a:prstGeom prst="rect">
            <a:avLst/>
          </a:prstGeom>
        </p:spPr>
        <p:txBody>
          <a:bodyPr lIns="36000" tIns="144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rgbClr val="FFFFFF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8D01AA-EEEF-A96C-3F62-3538BF63E2F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30660" y="2347785"/>
            <a:ext cx="5775067" cy="4008566"/>
          </a:xfrm>
          <a:prstGeom prst="rect">
            <a:avLst/>
          </a:prstGeom>
        </p:spPr>
        <p:txBody>
          <a:bodyPr lIns="36000" tIns="144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/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14E7D0-180B-A744-3008-3EC9FA97C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C0C5B02F-5864-66FF-76E9-8A6F6847BD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3443" y="6356350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ABD7C-956F-C900-5C23-04896E2278D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16349DD-5881-1D6F-DDD4-D9646CB8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5783753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8C1BFBD-3224-0EB6-0B59-BD18DBD6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7578" y="660295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fld id="{A47EDADE-C6AA-456D-892E-64415757A9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68460E1-B347-5898-C7D3-01C3DEEB6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AAE97-D211-B866-0BD1-BBC44D0BAC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464988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Highilight and Suppo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EDA6-3C13-74C0-7912-65EB5227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DC51CE9-C8E5-7BF5-B9FF-2FD56F17CE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9312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97B611C-FE1A-7435-EDF8-99F4B4AFA1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9312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83990CC-794C-FA78-25CA-01B9ED6CD8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4988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5912D8C-283E-8ED6-915A-3FF9ABA2E46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04988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F9EFFE47-24F0-F13B-9E45-63225325B8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7960" y="1284239"/>
            <a:ext cx="4760440" cy="4874545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0" indent="0" algn="l">
              <a:lnSpc>
                <a:spcPct val="90000"/>
              </a:lnSpc>
              <a:spcAft>
                <a:spcPts val="600"/>
              </a:spcAft>
              <a:buNone/>
              <a:defRPr sz="60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0B1E5-436C-5C39-1B21-3BAA707B0B2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6FD26-6680-0303-6E6E-0E820980CE46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713413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22E26B-6B8B-BCCB-9C50-6FCD170C8DC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5630DF-6101-1C53-1218-7D5F04CE4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24968-857F-1E1C-351D-4A74A09B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66DAD-1052-D3E8-34AB-991225932795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E1F4BF-D841-6223-1DB9-E7CF8615C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 Sky with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FAB0C4-394B-BF35-EB53-D49AFEFF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844" y="2335427"/>
            <a:ext cx="7772495" cy="19001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150CC-C7C3-9392-FD15-CD4B919212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AF637-D614-3603-CA51-AD7FF5C4B413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423375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 _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39B49-8730-C6FE-F267-ECE4555C74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392398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F9FBA-89E6-C29D-B290-0A96D2BE529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971879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5083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22E0B895-A3D9-ED37-DEBD-218746B73B36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F1F5C9B4-8E42-8E14-4B3C-17C6DF71391F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692994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31"/>
          <p:cNvSpPr>
            <a:spLocks/>
          </p:cNvSpPr>
          <p:nvPr/>
        </p:nvSpPr>
        <p:spPr bwMode="auto">
          <a:xfrm>
            <a:off x="38109" y="298464"/>
            <a:ext cx="12112625" cy="6257925"/>
          </a:xfrm>
          <a:custGeom>
            <a:avLst/>
            <a:gdLst>
              <a:gd name="T0" fmla="*/ 0 w 7630"/>
              <a:gd name="T1" fmla="*/ 1263 h 3942"/>
              <a:gd name="T2" fmla="*/ 0 w 7630"/>
              <a:gd name="T3" fmla="*/ 3942 h 3942"/>
              <a:gd name="T4" fmla="*/ 7630 w 7630"/>
              <a:gd name="T5" fmla="*/ 3942 h 3942"/>
              <a:gd name="T6" fmla="*/ 7630 w 7630"/>
              <a:gd name="T7" fmla="*/ 0 h 3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30" h="3942">
                <a:moveTo>
                  <a:pt x="0" y="1263"/>
                </a:moveTo>
                <a:lnTo>
                  <a:pt x="0" y="3942"/>
                </a:lnTo>
                <a:lnTo>
                  <a:pt x="7630" y="3942"/>
                </a:lnTo>
                <a:lnTo>
                  <a:pt x="763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s-ES" sz="135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47041D-D3CB-45D5-8FC5-C3615D686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345" y="3537099"/>
            <a:ext cx="6031363" cy="195052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60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Divider</a:t>
            </a: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B06444F1-9310-409F-97B3-F6B7A13E24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134" y="2037144"/>
            <a:ext cx="1679779" cy="1309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01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84BD68-62CD-0214-0E77-81B9A8E80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3763" y="6647036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205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Dark Sky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30C043A-4D04-C81D-9147-1D69B4F6F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400" y="2502000"/>
            <a:ext cx="6840000" cy="108121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  <a:ea typeface="Amadeus Neue Medium" pitchFamily="2" charset="77"/>
                <a:cs typeface="Amadeus Neue Medium" pitchFamily="2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EF41C7C-C423-3CE6-9D7E-1168C22CC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400" y="3628800"/>
            <a:ext cx="6840000" cy="826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5807B-871D-2EF5-A154-085DB4DE65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6005EA73-DB59-01B5-BDBF-E3C07F24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89413" y="4501456"/>
            <a:ext cx="6840537" cy="11985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Author’s or department’s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34438-9A82-2B37-3ED9-C2BE8FA95A3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163031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Sub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C01343-C238-8A1B-FC1C-7CEE38E0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3" y="1260389"/>
            <a:ext cx="11739367" cy="5066270"/>
          </a:xfrm>
          <a:prstGeom prst="rect">
            <a:avLst/>
          </a:prstGeom>
        </p:spPr>
        <p:txBody>
          <a:bodyPr vert="horz" lIns="36000" tIns="14400" rIns="0" bIns="0" rtlCol="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3762F-A5B6-C900-22B2-8F26D36D1C3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08F706A-AE81-116F-A54D-F3D02DE3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5B832-CBB5-2F9C-08D3-C58A9FCCBBA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105102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087768"/>
            <a:ext cx="4876344" cy="54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1947970"/>
            <a:ext cx="4876344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087769"/>
            <a:ext cx="4895330" cy="5448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1947970"/>
            <a:ext cx="4895330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96648E-075E-51F2-EA56-6496A057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62896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4E7D383-8E91-6D1B-27B9-D2275041D2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76771" y="152"/>
            <a:ext cx="5215229" cy="68578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DF62A1-92D1-9544-4935-B16C75CD60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0660" y="1701461"/>
            <a:ext cx="5775067" cy="428368"/>
          </a:xfrm>
          <a:prstGeom prst="rect">
            <a:avLst/>
          </a:prstGeom>
        </p:spPr>
        <p:txBody>
          <a:bodyPr lIns="36000" tIns="144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rgbClr val="FFFFFF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8D01AA-EEEF-A96C-3F62-3538BF63E2F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30660" y="2347785"/>
            <a:ext cx="5775067" cy="4008566"/>
          </a:xfrm>
          <a:prstGeom prst="rect">
            <a:avLst/>
          </a:prstGeom>
        </p:spPr>
        <p:txBody>
          <a:bodyPr lIns="36000" tIns="144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/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14E7D0-180B-A744-3008-3EC9FA97C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C0C5B02F-5864-66FF-76E9-8A6F6847BD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3443" y="6356350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ABD7C-956F-C900-5C23-04896E2278D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16349DD-5881-1D6F-DDD4-D9646CB8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5783753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8C1BFBD-3224-0EB6-0B59-BD18DBD6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7578" y="660295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fld id="{A47EDADE-C6AA-456D-892E-64415757A9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68460E1-B347-5898-C7D3-01C3DEEB6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AAE97-D211-B866-0BD1-BBC44D0BAC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306003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Highilight and Suppo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EDA6-3C13-74C0-7912-65EB5227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DC51CE9-C8E5-7BF5-B9FF-2FD56F17CE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9312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97B611C-FE1A-7435-EDF8-99F4B4AFA1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9312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83990CC-794C-FA78-25CA-01B9ED6CD8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4988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5912D8C-283E-8ED6-915A-3FF9ABA2E46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04988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F9EFFE47-24F0-F13B-9E45-63225325B8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7960" y="1284239"/>
            <a:ext cx="4760440" cy="4874545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0" indent="0" algn="l">
              <a:lnSpc>
                <a:spcPct val="90000"/>
              </a:lnSpc>
              <a:spcAft>
                <a:spcPts val="600"/>
              </a:spcAft>
              <a:buNone/>
              <a:defRPr sz="60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0B1E5-436C-5C39-1B21-3BAA707B0B2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6FD26-6680-0303-6E6E-0E820980CE46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772286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22E26B-6B8B-BCCB-9C50-6FCD170C8DC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5630DF-6101-1C53-1218-7D5F04CE4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24968-857F-1E1C-351D-4A74A09B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66DAD-1052-D3E8-34AB-991225932795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E1F4BF-D841-6223-1DB9-E7CF8615C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05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 Sky with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FAB0C4-394B-BF35-EB53-D49AFEFF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844" y="2335427"/>
            <a:ext cx="7772495" cy="19001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150CC-C7C3-9392-FD15-CD4B919212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AF637-D614-3603-CA51-AD7FF5C4B413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706088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 _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39B49-8730-C6FE-F267-ECE4555C74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67063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F9FBA-89E6-C29D-B290-0A96D2BE529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208778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671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22E0B895-A3D9-ED37-DEBD-218746B73B36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F1F5C9B4-8E42-8E14-4B3C-17C6DF71391F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845393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31"/>
          <p:cNvSpPr>
            <a:spLocks/>
          </p:cNvSpPr>
          <p:nvPr/>
        </p:nvSpPr>
        <p:spPr bwMode="auto">
          <a:xfrm>
            <a:off x="38109" y="298464"/>
            <a:ext cx="12112625" cy="6257925"/>
          </a:xfrm>
          <a:custGeom>
            <a:avLst/>
            <a:gdLst>
              <a:gd name="T0" fmla="*/ 0 w 7630"/>
              <a:gd name="T1" fmla="*/ 1263 h 3942"/>
              <a:gd name="T2" fmla="*/ 0 w 7630"/>
              <a:gd name="T3" fmla="*/ 3942 h 3942"/>
              <a:gd name="T4" fmla="*/ 7630 w 7630"/>
              <a:gd name="T5" fmla="*/ 3942 h 3942"/>
              <a:gd name="T6" fmla="*/ 7630 w 7630"/>
              <a:gd name="T7" fmla="*/ 0 h 3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30" h="3942">
                <a:moveTo>
                  <a:pt x="0" y="1263"/>
                </a:moveTo>
                <a:lnTo>
                  <a:pt x="0" y="3942"/>
                </a:lnTo>
                <a:lnTo>
                  <a:pt x="7630" y="3942"/>
                </a:lnTo>
                <a:lnTo>
                  <a:pt x="763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s-ES" sz="135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47041D-D3CB-45D5-8FC5-C3615D686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345" y="3537099"/>
            <a:ext cx="6031363" cy="195052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60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Divider</a:t>
            </a: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B06444F1-9310-409F-97B3-F6B7A13E24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134" y="2037144"/>
            <a:ext cx="1679779" cy="1309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01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84BD68-62CD-0214-0E77-81B9A8E80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3763" y="6647036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602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Dark Sky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30C043A-4D04-C81D-9147-1D69B4F6F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400" y="2502000"/>
            <a:ext cx="6840000" cy="108121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  <a:ea typeface="Amadeus Neue Medium" pitchFamily="2" charset="77"/>
                <a:cs typeface="Amadeus Neue Medium" pitchFamily="2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EF41C7C-C423-3CE6-9D7E-1168C22CC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400" y="3628800"/>
            <a:ext cx="6840000" cy="826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5807B-871D-2EF5-A154-085DB4DE65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6005EA73-DB59-01B5-BDBF-E3C07F24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89413" y="4501456"/>
            <a:ext cx="6840537" cy="11985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Author’s or department’s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34438-9A82-2B37-3ED9-C2BE8FA95A3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498861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Sub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C01343-C238-8A1B-FC1C-7CEE38E0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3" y="1260389"/>
            <a:ext cx="11739367" cy="5066270"/>
          </a:xfrm>
          <a:prstGeom prst="rect">
            <a:avLst/>
          </a:prstGeom>
        </p:spPr>
        <p:txBody>
          <a:bodyPr vert="horz" lIns="36000" tIns="14400" rIns="0" bIns="0" rtlCol="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3762F-A5B6-C900-22B2-8F26D36D1C3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08F706A-AE81-116F-A54D-F3D02DE3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5B832-CBB5-2F9C-08D3-C58A9FCCBBA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778121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087768"/>
            <a:ext cx="4876344" cy="54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1947970"/>
            <a:ext cx="4876344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087769"/>
            <a:ext cx="4895330" cy="5448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1947970"/>
            <a:ext cx="4895330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96648E-075E-51F2-EA56-6496A057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7300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4E7D383-8E91-6D1B-27B9-D2275041D2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76771" y="152"/>
            <a:ext cx="5215229" cy="68578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DF62A1-92D1-9544-4935-B16C75CD60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0660" y="1701461"/>
            <a:ext cx="5775067" cy="428368"/>
          </a:xfrm>
          <a:prstGeom prst="rect">
            <a:avLst/>
          </a:prstGeom>
        </p:spPr>
        <p:txBody>
          <a:bodyPr lIns="36000" tIns="144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rgbClr val="FFFFFF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8D01AA-EEEF-A96C-3F62-3538BF63E2F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30660" y="2347785"/>
            <a:ext cx="5775067" cy="4008566"/>
          </a:xfrm>
          <a:prstGeom prst="rect">
            <a:avLst/>
          </a:prstGeom>
        </p:spPr>
        <p:txBody>
          <a:bodyPr lIns="36000" tIns="144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/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14E7D0-180B-A744-3008-3EC9FA97C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C0C5B02F-5864-66FF-76E9-8A6F6847BD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3443" y="6356350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ABD7C-956F-C900-5C23-04896E2278D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16349DD-5881-1D6F-DDD4-D9646CB8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5783753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8C1BFBD-3224-0EB6-0B59-BD18DBD6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7578" y="660295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fld id="{A47EDADE-C6AA-456D-892E-64415757A9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68460E1-B347-5898-C7D3-01C3DEEB6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AAE97-D211-B866-0BD1-BBC44D0BAC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016669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Highilight and Suppo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EDA6-3C13-74C0-7912-65EB5227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DC51CE9-C8E5-7BF5-B9FF-2FD56F17CE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9312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97B611C-FE1A-7435-EDF8-99F4B4AFA1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9312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83990CC-794C-FA78-25CA-01B9ED6CD8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4988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5912D8C-283E-8ED6-915A-3FF9ABA2E46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04988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F9EFFE47-24F0-F13B-9E45-63225325B8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7960" y="1284239"/>
            <a:ext cx="4760440" cy="4874545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0" indent="0" algn="l">
              <a:lnSpc>
                <a:spcPct val="90000"/>
              </a:lnSpc>
              <a:spcAft>
                <a:spcPts val="600"/>
              </a:spcAft>
              <a:buNone/>
              <a:defRPr sz="60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0B1E5-436C-5C39-1B21-3BAA707B0B2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6FD26-6680-0303-6E6E-0E820980CE46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4246207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22E26B-6B8B-BCCB-9C50-6FCD170C8DC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5630DF-6101-1C53-1218-7D5F04CE4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24968-857F-1E1C-351D-4A74A09B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66DAD-1052-D3E8-34AB-991225932795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E1F4BF-D841-6223-1DB9-E7CF8615C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78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 Sky with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FAB0C4-394B-BF35-EB53-D49AFEFF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844" y="2335427"/>
            <a:ext cx="7772495" cy="19001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150CC-C7C3-9392-FD15-CD4B919212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AF637-D614-3603-CA51-AD7FF5C4B413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2900264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 _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39B49-8730-C6FE-F267-ECE4555C74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648617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F9FBA-89E6-C29D-B290-0A96D2BE529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228377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40322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22E0B895-A3D9-ED37-DEBD-218746B73B36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F1F5C9B4-8E42-8E14-4B3C-17C6DF71391F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762918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31"/>
          <p:cNvSpPr>
            <a:spLocks/>
          </p:cNvSpPr>
          <p:nvPr/>
        </p:nvSpPr>
        <p:spPr bwMode="auto">
          <a:xfrm>
            <a:off x="38109" y="298464"/>
            <a:ext cx="12112625" cy="6257925"/>
          </a:xfrm>
          <a:custGeom>
            <a:avLst/>
            <a:gdLst>
              <a:gd name="T0" fmla="*/ 0 w 7630"/>
              <a:gd name="T1" fmla="*/ 1263 h 3942"/>
              <a:gd name="T2" fmla="*/ 0 w 7630"/>
              <a:gd name="T3" fmla="*/ 3942 h 3942"/>
              <a:gd name="T4" fmla="*/ 7630 w 7630"/>
              <a:gd name="T5" fmla="*/ 3942 h 3942"/>
              <a:gd name="T6" fmla="*/ 7630 w 7630"/>
              <a:gd name="T7" fmla="*/ 0 h 3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30" h="3942">
                <a:moveTo>
                  <a:pt x="0" y="1263"/>
                </a:moveTo>
                <a:lnTo>
                  <a:pt x="0" y="3942"/>
                </a:lnTo>
                <a:lnTo>
                  <a:pt x="7630" y="3942"/>
                </a:lnTo>
                <a:lnTo>
                  <a:pt x="763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s-ES" sz="135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47041D-D3CB-45D5-8FC5-C3615D686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345" y="3537099"/>
            <a:ext cx="6031363" cy="195052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60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Divider</a:t>
            </a: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B06444F1-9310-409F-97B3-F6B7A13E24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134" y="2037144"/>
            <a:ext cx="1679779" cy="1309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01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84BD68-62CD-0214-0E77-81B9A8E80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3763" y="6647036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14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854C7-1977-AA94-F84D-885A7E824B4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109325" y="63500"/>
            <a:ext cx="10509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8C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3FAE2-510B-C012-96CD-F5D55402E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7578" y="651682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A03A8C9-43A0-8CF9-90FD-712DFAF22591}"/>
              </a:ext>
            </a:extLst>
          </p:cNvPr>
          <p:cNvSpPr txBox="1">
            <a:spLocks/>
          </p:cNvSpPr>
          <p:nvPr/>
        </p:nvSpPr>
        <p:spPr>
          <a:xfrm>
            <a:off x="3587137" y="6206267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D2195B8-0F32-C64E-7184-4DF6E29E34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0660" y="6206267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00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854C7-1977-AA94-F84D-885A7E824B4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109325" y="63500"/>
            <a:ext cx="10509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8C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3FAE2-510B-C012-96CD-F5D55402E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7578" y="651682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A03A8C9-43A0-8CF9-90FD-712DFAF22591}"/>
              </a:ext>
            </a:extLst>
          </p:cNvPr>
          <p:cNvSpPr txBox="1">
            <a:spLocks/>
          </p:cNvSpPr>
          <p:nvPr/>
        </p:nvSpPr>
        <p:spPr>
          <a:xfrm>
            <a:off x="3587137" y="6206267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44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854C7-1977-AA94-F84D-885A7E824B4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109325" y="63500"/>
            <a:ext cx="10509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8C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3FAE2-510B-C012-96CD-F5D55402E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7578" y="651682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F73A28D-2249-455D-AC48-408BFB8DC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A03A8C9-43A0-8CF9-90FD-712DFAF22591}"/>
              </a:ext>
            </a:extLst>
          </p:cNvPr>
          <p:cNvSpPr txBox="1">
            <a:spLocks/>
          </p:cNvSpPr>
          <p:nvPr/>
        </p:nvSpPr>
        <p:spPr>
          <a:xfrm>
            <a:off x="3587137" y="6206267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427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854C7-1977-AA94-F84D-885A7E824B4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109325" y="63500"/>
            <a:ext cx="10509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8C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3FAE2-510B-C012-96CD-F5D55402E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7578" y="651682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F73A28D-2249-455D-AC48-408BFB8DC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A03A8C9-43A0-8CF9-90FD-712DFAF22591}"/>
              </a:ext>
            </a:extLst>
          </p:cNvPr>
          <p:cNvSpPr txBox="1">
            <a:spLocks/>
          </p:cNvSpPr>
          <p:nvPr/>
        </p:nvSpPr>
        <p:spPr>
          <a:xfrm>
            <a:off x="3587137" y="6206267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887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854C7-1977-AA94-F84D-885A7E824B4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109325" y="63500"/>
            <a:ext cx="10509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8C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3FAE2-510B-C012-96CD-F5D55402E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7578" y="651682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F73A28D-2249-455D-AC48-408BFB8DC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A03A8C9-43A0-8CF9-90FD-712DFAF22591}"/>
              </a:ext>
            </a:extLst>
          </p:cNvPr>
          <p:cNvSpPr txBox="1">
            <a:spLocks/>
          </p:cNvSpPr>
          <p:nvPr/>
        </p:nvSpPr>
        <p:spPr>
          <a:xfrm>
            <a:off x="3587137" y="6206267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971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ppd">
  <a:themeElements>
    <a:clrScheme name="PPD">
      <a:dk1>
        <a:srgbClr val="000000"/>
      </a:dk1>
      <a:lt1>
        <a:srgbClr val="FFFFFF"/>
      </a:lt1>
      <a:dk2>
        <a:srgbClr val="000835"/>
      </a:dk2>
      <a:lt2>
        <a:srgbClr val="C5D5F9"/>
      </a:lt2>
      <a:accent1>
        <a:srgbClr val="003B8F"/>
      </a:accent1>
      <a:accent2>
        <a:srgbClr val="3A8BFF"/>
      </a:accent2>
      <a:accent3>
        <a:srgbClr val="C5D5F9"/>
      </a:accent3>
      <a:accent4>
        <a:srgbClr val="59008F"/>
      </a:accent4>
      <a:accent5>
        <a:srgbClr val="B650FF"/>
      </a:accent5>
      <a:accent6>
        <a:srgbClr val="BE8DFF"/>
      </a:accent6>
      <a:hlink>
        <a:srgbClr val="3A8BFF"/>
      </a:hlink>
      <a:folHlink>
        <a:srgbClr val="3A8BFF"/>
      </a:folHlink>
    </a:clrScheme>
    <a:fontScheme name="Custom 13">
      <a:majorFont>
        <a:latin typeface="Amadeus Neue"/>
        <a:ea typeface=""/>
        <a:cs typeface=""/>
      </a:majorFont>
      <a:minorFont>
        <a:latin typeface="Amadeus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Sky">
      <a:srgbClr val="000835"/>
    </a:custClr>
    <a:custClr name="Vivid Sky">
      <a:srgbClr val="3A8BFF"/>
    </a:custClr>
    <a:custClr name="Light Sky">
      <a:srgbClr val="C5D5F9"/>
    </a:custClr>
    <a:custClr name="Cloud White">
      <a:srgbClr val="FFFFFF"/>
    </a:custClr>
    <a:custClr name="Dark Violet">
      <a:srgbClr val="26005A"/>
    </a:custClr>
    <a:custClr name="Vivid Violet">
      <a:srgbClr val="B650FF"/>
    </a:custClr>
    <a:custClr name="Light Violet">
      <a:srgbClr val="E4C7FF"/>
    </a:custClr>
    <a:custClr name="Dark Fuchsia">
      <a:srgbClr val="4F0230"/>
    </a:custClr>
    <a:custClr name="Vivid Fuchsia">
      <a:srgbClr val="FF58AC"/>
    </a:custClr>
    <a:custClr name="Light Fuchsia">
      <a:srgbClr val="FFC5F9"/>
    </a:custClr>
    <a:custClr name="Dark Crimson">
      <a:srgbClr val="560900"/>
    </a:custClr>
    <a:custClr name="Vivid Crimson">
      <a:srgbClr val="FF514D"/>
    </a:custClr>
    <a:custClr name="Light Crimson">
      <a:srgbClr val="FFD7D7"/>
    </a:custClr>
    <a:custClr name="Dark Canary">
      <a:srgbClr val="564A00"/>
    </a:custClr>
    <a:custClr name="Vivid Canary">
      <a:srgbClr val="FCE649"/>
    </a:custClr>
    <a:custClr name="Light Canary">
      <a:srgbClr val="FFFEB0"/>
    </a:custClr>
    <a:custClr name="Dark Forest">
      <a:srgbClr val="023A00"/>
    </a:custClr>
    <a:custClr name="Vivid Forest">
      <a:srgbClr val="92FF73"/>
    </a:custClr>
    <a:custClr name="Light Forest">
      <a:srgbClr val="C8FFC0"/>
    </a:custClr>
  </a:custClrLst>
  <a:extLst>
    <a:ext uri="{05A4C25C-085E-4340-85A3-A5531E510DB2}">
      <thm15:themeFamily xmlns:thm15="http://schemas.microsoft.com/office/thememl/2012/main" name="dark-template" id="{72B9715F-0F28-4224-AAFF-A8015420B527}" vid="{70700191-3267-40F6-A79B-8E64AC3746F0}"/>
    </a:ext>
  </a:extLst>
</a:theme>
</file>

<file path=ppt/theme/theme2.xml><?xml version="1.0" encoding="utf-8"?>
<a:theme xmlns:a="http://schemas.openxmlformats.org/drawingml/2006/main" name="ThinkTank FR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3">
      <a:majorFont>
        <a:latin typeface="Amadeus Neue"/>
        <a:ea typeface=""/>
        <a:cs typeface=""/>
      </a:majorFont>
      <a:minorFont>
        <a:latin typeface="Amadeus Neue"/>
        <a:ea typeface=""/>
        <a:cs typeface="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Sky">
      <a:srgbClr val="000835"/>
    </a:custClr>
    <a:custClr name="Vivid Sky">
      <a:srgbClr val="3A8BFF"/>
    </a:custClr>
    <a:custClr name="Light Sky">
      <a:srgbClr val="C5D5F9"/>
    </a:custClr>
    <a:custClr name="Cloud White">
      <a:srgbClr val="FFFFFF"/>
    </a:custClr>
    <a:custClr name="Dark Violet">
      <a:srgbClr val="26005A"/>
    </a:custClr>
    <a:custClr name="Vivid Violet">
      <a:srgbClr val="B650FF"/>
    </a:custClr>
    <a:custClr name="Light Violet">
      <a:srgbClr val="E4C7FF"/>
    </a:custClr>
    <a:custClr name="Dark Fuchsia">
      <a:srgbClr val="4F0230"/>
    </a:custClr>
    <a:custClr name="Vivid Fuchsia">
      <a:srgbClr val="FF58AC"/>
    </a:custClr>
    <a:custClr name="Light Fuchsia">
      <a:srgbClr val="FFC5F9"/>
    </a:custClr>
    <a:custClr name="Dark Crimson">
      <a:srgbClr val="560900"/>
    </a:custClr>
    <a:custClr name="Vivid Crimson">
      <a:srgbClr val="FF514D"/>
    </a:custClr>
    <a:custClr name="Light Crimson">
      <a:srgbClr val="FFD7D7"/>
    </a:custClr>
    <a:custClr name="Dark Canary">
      <a:srgbClr val="564A00"/>
    </a:custClr>
    <a:custClr name="Vivid Canary">
      <a:srgbClr val="FCE649"/>
    </a:custClr>
    <a:custClr name="Light Canary">
      <a:srgbClr val="FFFEB0"/>
    </a:custClr>
    <a:custClr name="Dark Forest">
      <a:srgbClr val="023A00"/>
    </a:custClr>
    <a:custClr name="Vivid Forest">
      <a:srgbClr val="92FF73"/>
    </a:custClr>
    <a:custClr name="Light Forest">
      <a:srgbClr val="C8FFC0"/>
    </a:custClr>
  </a:custClrLst>
  <a:extLst>
    <a:ext uri="{05A4C25C-085E-4340-85A3-A5531E510DB2}">
      <thm15:themeFamily xmlns:thm15="http://schemas.microsoft.com/office/thememl/2012/main" name="dark-template" id="{72B9715F-0F28-4224-AAFF-A8015420B527}" vid="{2DF158CE-E064-49DD-B980-5D0A0ECAD2D2}"/>
    </a:ext>
  </a:extLst>
</a:theme>
</file>

<file path=ppt/theme/theme3.xml><?xml version="1.0" encoding="utf-8"?>
<a:theme xmlns:a="http://schemas.openxmlformats.org/drawingml/2006/main" name="1_ThinkTank FR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13">
      <a:majorFont>
        <a:latin typeface="Amadeus Neue"/>
        <a:ea typeface=""/>
        <a:cs typeface=""/>
      </a:majorFont>
      <a:minorFont>
        <a:latin typeface="Amadeus Neue"/>
        <a:ea typeface=""/>
        <a:cs typeface="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Sky">
      <a:srgbClr val="000835"/>
    </a:custClr>
    <a:custClr name="Vivid Sky">
      <a:srgbClr val="3A8BFF"/>
    </a:custClr>
    <a:custClr name="Light Sky">
      <a:srgbClr val="C5D5F9"/>
    </a:custClr>
    <a:custClr name="Cloud White">
      <a:srgbClr val="FFFFFF"/>
    </a:custClr>
    <a:custClr name="Dark Violet">
      <a:srgbClr val="26005A"/>
    </a:custClr>
    <a:custClr name="Vivid Violet">
      <a:srgbClr val="B650FF"/>
    </a:custClr>
    <a:custClr name="Light Violet">
      <a:srgbClr val="E4C7FF"/>
    </a:custClr>
    <a:custClr name="Dark Fuchsia">
      <a:srgbClr val="4F0230"/>
    </a:custClr>
    <a:custClr name="Vivid Fuchsia">
      <a:srgbClr val="FF58AC"/>
    </a:custClr>
    <a:custClr name="Light Fuchsia">
      <a:srgbClr val="FFC5F9"/>
    </a:custClr>
    <a:custClr name="Dark Crimson">
      <a:srgbClr val="560900"/>
    </a:custClr>
    <a:custClr name="Vivid Crimson">
      <a:srgbClr val="FF514D"/>
    </a:custClr>
    <a:custClr name="Light Crimson">
      <a:srgbClr val="FFD7D7"/>
    </a:custClr>
    <a:custClr name="Dark Canary">
      <a:srgbClr val="564A00"/>
    </a:custClr>
    <a:custClr name="Vivid Canary">
      <a:srgbClr val="FCE649"/>
    </a:custClr>
    <a:custClr name="Light Canary">
      <a:srgbClr val="FFFEB0"/>
    </a:custClr>
    <a:custClr name="Dark Forest">
      <a:srgbClr val="023A00"/>
    </a:custClr>
    <a:custClr name="Vivid Forest">
      <a:srgbClr val="92FF73"/>
    </a:custClr>
    <a:custClr name="Light Forest">
      <a:srgbClr val="C8FFC0"/>
    </a:custClr>
  </a:custClrLst>
  <a:extLst>
    <a:ext uri="{05A4C25C-085E-4340-85A3-A5531E510DB2}">
      <thm15:themeFamily xmlns:thm15="http://schemas.microsoft.com/office/thememl/2012/main" name="dark-template" id="{72B9715F-0F28-4224-AAFF-A8015420B527}" vid="{6521AFEC-6FCD-4986-9F34-19EB238947E6}"/>
    </a:ext>
  </a:extLst>
</a:theme>
</file>

<file path=ppt/theme/theme4.xml><?xml version="1.0" encoding="utf-8"?>
<a:theme xmlns:a="http://schemas.openxmlformats.org/drawingml/2006/main" name="2_ThinkTank FR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13">
      <a:majorFont>
        <a:latin typeface="Amadeus Neue"/>
        <a:ea typeface=""/>
        <a:cs typeface=""/>
      </a:majorFont>
      <a:minorFont>
        <a:latin typeface="Amadeus Neue"/>
        <a:ea typeface=""/>
        <a:cs typeface="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Sky">
      <a:srgbClr val="000835"/>
    </a:custClr>
    <a:custClr name="Vivid Sky">
      <a:srgbClr val="3A8BFF"/>
    </a:custClr>
    <a:custClr name="Light Sky">
      <a:srgbClr val="C5D5F9"/>
    </a:custClr>
    <a:custClr name="Cloud White">
      <a:srgbClr val="FFFFFF"/>
    </a:custClr>
    <a:custClr name="Dark Violet">
      <a:srgbClr val="26005A"/>
    </a:custClr>
    <a:custClr name="Vivid Violet">
      <a:srgbClr val="B650FF"/>
    </a:custClr>
    <a:custClr name="Light Violet">
      <a:srgbClr val="E4C7FF"/>
    </a:custClr>
    <a:custClr name="Dark Fuchsia">
      <a:srgbClr val="4F0230"/>
    </a:custClr>
    <a:custClr name="Vivid Fuchsia">
      <a:srgbClr val="FF58AC"/>
    </a:custClr>
    <a:custClr name="Light Fuchsia">
      <a:srgbClr val="FFC5F9"/>
    </a:custClr>
    <a:custClr name="Dark Crimson">
      <a:srgbClr val="560900"/>
    </a:custClr>
    <a:custClr name="Vivid Crimson">
      <a:srgbClr val="FF514D"/>
    </a:custClr>
    <a:custClr name="Light Crimson">
      <a:srgbClr val="FFD7D7"/>
    </a:custClr>
    <a:custClr name="Dark Canary">
      <a:srgbClr val="564A00"/>
    </a:custClr>
    <a:custClr name="Vivid Canary">
      <a:srgbClr val="FCE649"/>
    </a:custClr>
    <a:custClr name="Light Canary">
      <a:srgbClr val="FFFEB0"/>
    </a:custClr>
    <a:custClr name="Dark Forest">
      <a:srgbClr val="023A00"/>
    </a:custClr>
    <a:custClr name="Vivid Forest">
      <a:srgbClr val="92FF73"/>
    </a:custClr>
    <a:custClr name="Light Forest">
      <a:srgbClr val="C8FFC0"/>
    </a:custClr>
  </a:custClrLst>
  <a:extLst>
    <a:ext uri="{05A4C25C-085E-4340-85A3-A5531E510DB2}">
      <thm15:themeFamily xmlns:thm15="http://schemas.microsoft.com/office/thememl/2012/main" name="dark-template" id="{72B9715F-0F28-4224-AAFF-A8015420B527}" vid="{320D5E0F-2165-4C68-8DBF-8222FF0A6910}"/>
    </a:ext>
  </a:extLst>
</a:theme>
</file>

<file path=ppt/theme/theme5.xml><?xml version="1.0" encoding="utf-8"?>
<a:theme xmlns:a="http://schemas.openxmlformats.org/drawingml/2006/main" name="3_ThinkTank FR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13">
      <a:majorFont>
        <a:latin typeface="Amadeus Neue"/>
        <a:ea typeface=""/>
        <a:cs typeface=""/>
      </a:majorFont>
      <a:minorFont>
        <a:latin typeface="Amadeus Neue"/>
        <a:ea typeface=""/>
        <a:cs typeface="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Sky">
      <a:srgbClr val="000835"/>
    </a:custClr>
    <a:custClr name="Vivid Sky">
      <a:srgbClr val="3A8BFF"/>
    </a:custClr>
    <a:custClr name="Light Sky">
      <a:srgbClr val="C5D5F9"/>
    </a:custClr>
    <a:custClr name="Cloud White">
      <a:srgbClr val="FFFFFF"/>
    </a:custClr>
    <a:custClr name="Dark Violet">
      <a:srgbClr val="26005A"/>
    </a:custClr>
    <a:custClr name="Vivid Violet">
      <a:srgbClr val="B650FF"/>
    </a:custClr>
    <a:custClr name="Light Violet">
      <a:srgbClr val="E4C7FF"/>
    </a:custClr>
    <a:custClr name="Dark Fuchsia">
      <a:srgbClr val="4F0230"/>
    </a:custClr>
    <a:custClr name="Vivid Fuchsia">
      <a:srgbClr val="FF58AC"/>
    </a:custClr>
    <a:custClr name="Light Fuchsia">
      <a:srgbClr val="FFC5F9"/>
    </a:custClr>
    <a:custClr name="Dark Crimson">
      <a:srgbClr val="560900"/>
    </a:custClr>
    <a:custClr name="Vivid Crimson">
      <a:srgbClr val="FF514D"/>
    </a:custClr>
    <a:custClr name="Light Crimson">
      <a:srgbClr val="FFD7D7"/>
    </a:custClr>
    <a:custClr name="Dark Canary">
      <a:srgbClr val="564A00"/>
    </a:custClr>
    <a:custClr name="Vivid Canary">
      <a:srgbClr val="FCE649"/>
    </a:custClr>
    <a:custClr name="Light Canary">
      <a:srgbClr val="FFFEB0"/>
    </a:custClr>
    <a:custClr name="Dark Forest">
      <a:srgbClr val="023A00"/>
    </a:custClr>
    <a:custClr name="Vivid Forest">
      <a:srgbClr val="92FF73"/>
    </a:custClr>
    <a:custClr name="Light Forest">
      <a:srgbClr val="C8FFC0"/>
    </a:custClr>
  </a:custClrLst>
  <a:extLst>
    <a:ext uri="{05A4C25C-085E-4340-85A3-A5531E510DB2}">
      <thm15:themeFamily xmlns:thm15="http://schemas.microsoft.com/office/thememl/2012/main" name="dark-template" id="{72B9715F-0F28-4224-AAFF-A8015420B527}" vid="{1E468543-66C1-4EC2-8DA4-7A6233EB1AA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Amadeus Neue</vt:lpstr>
      <vt:lpstr>Amadeus Neue Light</vt:lpstr>
      <vt:lpstr>Aptos</vt:lpstr>
      <vt:lpstr>Arial</vt:lpstr>
      <vt:lpstr>ppd</vt:lpstr>
      <vt:lpstr>ThinkTank FR</vt:lpstr>
      <vt:lpstr>1_ThinkTank FR</vt:lpstr>
      <vt:lpstr>2_ThinkTank FR</vt:lpstr>
      <vt:lpstr>3_ThinkTank FR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Pascal PACCAUD (contractor)</dc:creator>
  <cp:keywords/>
  <dc:description>generated using python-pptx</dc:description>
  <cp:lastModifiedBy>Pascal PACCAUD (contractor)</cp:lastModifiedBy>
  <cp:revision>3</cp:revision>
  <dcterms:created xsi:type="dcterms:W3CDTF">2013-01-27T09:14:16Z</dcterms:created>
  <dcterms:modified xsi:type="dcterms:W3CDTF">2026-02-22T11:55:45Z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db9220-a04a-4f06-aab9-80cbe5287fb3_Enabled">
    <vt:lpwstr>true</vt:lpwstr>
  </property>
  <property fmtid="{D5CDD505-2E9C-101B-9397-08002B2CF9AE}" pid="3" name="MSIP_Label_d2db9220-a04a-4f06-aab9-80cbe5287fb3_SetDate">
    <vt:lpwstr>2026-02-22T11:13:34Z</vt:lpwstr>
  </property>
  <property fmtid="{D5CDD505-2E9C-101B-9397-08002B2CF9AE}" pid="4" name="MSIP_Label_d2db9220-a04a-4f06-aab9-80cbe5287fb3_Method">
    <vt:lpwstr>Standard</vt:lpwstr>
  </property>
  <property fmtid="{D5CDD505-2E9C-101B-9397-08002B2CF9AE}" pid="5" name="MSIP_Label_d2db9220-a04a-4f06-aab9-80cbe5287fb3_Name">
    <vt:lpwstr>d2db9220-a04a-4f06-aab9-80cbe5287fb3</vt:lpwstr>
  </property>
  <property fmtid="{D5CDD505-2E9C-101B-9397-08002B2CF9AE}" pid="6" name="MSIP_Label_d2db9220-a04a-4f06-aab9-80cbe5287fb3_SiteId">
    <vt:lpwstr>b3f4f7c2-72ce-4192-aba4-d6c7719b5766</vt:lpwstr>
  </property>
  <property fmtid="{D5CDD505-2E9C-101B-9397-08002B2CF9AE}" pid="7" name="MSIP_Label_d2db9220-a04a-4f06-aab9-80cbe5287fb3_ActionId">
    <vt:lpwstr>e25aef5e-f10b-42e3-9008-26ab42cfd248</vt:lpwstr>
  </property>
  <property fmtid="{D5CDD505-2E9C-101B-9397-08002B2CF9AE}" pid="8" name="MSIP_Label_d2db9220-a04a-4f06-aab9-80cbe5287fb3_ContentBits">
    <vt:lpwstr>1</vt:lpwstr>
  </property>
  <property fmtid="{D5CDD505-2E9C-101B-9397-08002B2CF9AE}" pid="9" name="MSIP_Label_d2db9220-a04a-4f06-aab9-80cbe5287fb3_Tag">
    <vt:lpwstr>10, 3, 0, 1</vt:lpwstr>
  </property>
  <property fmtid="{D5CDD505-2E9C-101B-9397-08002B2CF9AE}" pid="10" name="ClassificationContentMarkingHeaderLocations">
    <vt:lpwstr>ppd:4\ThinkTank FR:4\1_ThinkTank FR:4\2_ThinkTank FR:4\3_ThinkTank FR:4</vt:lpwstr>
  </property>
  <property fmtid="{D5CDD505-2E9C-101B-9397-08002B2CF9AE}" pid="11" name="ClassificationContentMarkingHeaderText">
    <vt:lpwstr>CONFIDENTIAL</vt:lpwstr>
  </property>
</Properties>
</file>